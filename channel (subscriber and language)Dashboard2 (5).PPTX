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channelsubscriberandlanguageDashboard2/Story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0ED0967D-73BA-429F-8067-73CD760A1613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channel (subscriber and language)Dashboard2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E4E4787A-81F9-4020-B145-75C0C41EAC3F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10/17/2023 12:26:53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1" id="2" name="slide2">
            <a:extLst>
              <a:ext uri="{FF2B5EF4-FFF2-40B4-BE49-F238E27FC236}">
                <a16:creationId xmlns:a16="http://schemas.microsoft.com/office/drawing/2014/main" id="{8CB717EB-C0A0-4F76-A6D9-1BEE3767C1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66" y="0"/>
            <a:ext cx="109206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6" id="3" name="slide3">
            <a:extLst>
              <a:ext uri="{FF2B5EF4-FFF2-40B4-BE49-F238E27FC236}">
                <a16:creationId xmlns:a16="http://schemas.microsoft.com/office/drawing/2014/main" id="{4A099737-7387-4F64-B338-B957B1AC73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66" y="0"/>
            <a:ext cx="109206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7" id="4" name="slide4">
            <a:extLst>
              <a:ext uri="{FF2B5EF4-FFF2-40B4-BE49-F238E27FC236}">
                <a16:creationId xmlns:a16="http://schemas.microsoft.com/office/drawing/2014/main" id="{23833DA0-6BFD-458F-A851-BFBF1ECB35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66" y="0"/>
            <a:ext cx="109206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8" id="5" name="slide5">
            <a:extLst>
              <a:ext uri="{FF2B5EF4-FFF2-40B4-BE49-F238E27FC236}">
                <a16:creationId xmlns:a16="http://schemas.microsoft.com/office/drawing/2014/main" id="{8D551B90-A952-4AD5-A895-71D8E9B2D8C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66" y="0"/>
            <a:ext cx="109206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9" id="6" name="slide6">
            <a:extLst>
              <a:ext uri="{FF2B5EF4-FFF2-40B4-BE49-F238E27FC236}">
                <a16:creationId xmlns:a16="http://schemas.microsoft.com/office/drawing/2014/main" id="{4AA2305E-76E1-4B8C-9A03-38824432DE2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66" y="0"/>
            <a:ext cx="109206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2023-10-17T12:26:55Z</dcterms:created>
  <dcterms:modified xsi:type="dcterms:W3CDTF">2023-10-17T12:26:55Z</dcterms:modified>
</cp:coreProperties>
</file>