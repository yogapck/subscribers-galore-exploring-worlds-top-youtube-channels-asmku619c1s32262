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hannelsubscriberandlanguageDashboard2/Categorywiselanguage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7DB0389-383D-459F-BC7A-CDD2B2239A8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channel (subscriber and language)Dashboard2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EE6ADB5-705F-4C60-95B8-408C1CAA788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10/17/2023 12:22:48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egory wise language" id="2" name="slide2">
            <a:extLst>
              <a:ext uri="{FF2B5EF4-FFF2-40B4-BE49-F238E27FC236}">
                <a16:creationId xmlns:a16="http://schemas.microsoft.com/office/drawing/2014/main" id="{445154C1-EDB4-4E10-BCC3-89F03D239D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650" y="1619250"/>
            <a:ext cx="56007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2023-10-17T12:22:48Z</dcterms:created>
  <dcterms:modified xsi:type="dcterms:W3CDTF">2023-10-17T12:22:48Z</dcterms:modified>
</cp:coreProperties>
</file>