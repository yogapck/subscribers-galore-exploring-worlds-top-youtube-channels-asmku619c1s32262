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hannelsubscriberandlanguageDashboard2/sheet1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7059CE0-6F6E-4B59-9B34-A3994D3DFC7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channel (subscriber and language)Dashboard2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DDDCA30-9F56-4129-B921-CD2565E1547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10/17/2023 12:25:03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1" id="2" name="slide2">
            <a:extLst>
              <a:ext uri="{FF2B5EF4-FFF2-40B4-BE49-F238E27FC236}">
                <a16:creationId xmlns:a16="http://schemas.microsoft.com/office/drawing/2014/main" id="{F3CAC92F-F3E5-46EF-AA6D-A134C8DE9A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734" y="0"/>
            <a:ext cx="2714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2023-10-17T12:25:04Z</dcterms:created>
  <dcterms:modified xsi:type="dcterms:W3CDTF">2023-10-17T12:25:04Z</dcterms:modified>
</cp:coreProperties>
</file>