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channelsubscriberandlanguageDashboard2/Countrywisesubscriber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52E30179-EFF5-43F4-B824-5D2FAC8E5ED4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channel (subscriber and language)Dashboard2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E1A911F4-5F41-4393-A2FF-46D7E0F9B9CF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10/17/2023 12:23:43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untry wise subscriber" id="2" name="slide2">
            <a:extLst>
              <a:ext uri="{FF2B5EF4-FFF2-40B4-BE49-F238E27FC236}">
                <a16:creationId xmlns:a16="http://schemas.microsoft.com/office/drawing/2014/main" id="{8A82EFD4-7301-4765-9460-5B7BE2FE9E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521" y="0"/>
            <a:ext cx="28129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2023-10-17T12:23:43Z</dcterms:created>
  <dcterms:modified xsi:type="dcterms:W3CDTF">2023-10-17T12:23:43Z</dcterms:modified>
</cp:coreProperties>
</file>