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hannelsubscriberandlanguageDashboard2/Countryandlanguage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4D3BB21-4B13-4821-AEBA-E638EE4F7F2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channel (subscriber and language)Dashboard2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5EADC3E-D0B6-48DC-AD04-80CFA5AD7B6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10/17/2023 12:23:02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and language" id="2" name="slide2">
            <a:extLst>
              <a:ext uri="{FF2B5EF4-FFF2-40B4-BE49-F238E27FC236}">
                <a16:creationId xmlns:a16="http://schemas.microsoft.com/office/drawing/2014/main" id="{76C30EA7-1778-4993-B799-4DD73C49F1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911" y="0"/>
            <a:ext cx="3456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2023-10-17T12:23:02Z</dcterms:created>
  <dcterms:modified xsi:type="dcterms:W3CDTF">2023-10-17T12:23:02Z</dcterms:modified>
</cp:coreProperties>
</file>