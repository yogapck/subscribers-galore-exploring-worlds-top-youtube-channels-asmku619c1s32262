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channelsubscriberandlanguageDashboard2/LanguagewiseSubscriber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1C6A3CFB-9FBA-472A-8DFA-03A96D86648C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channel (subscriber and language)Dashboard2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F8D1DF72-511B-43F4-BD61-8977F0C6C1A0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10/17/2023 12:24:01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anguage wise Subscriber" id="2" name="slide2">
            <a:extLst>
              <a:ext uri="{FF2B5EF4-FFF2-40B4-BE49-F238E27FC236}">
                <a16:creationId xmlns:a16="http://schemas.microsoft.com/office/drawing/2014/main" id="{6472F6C3-9D65-440E-8A40-31C79F3A22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185" y="0"/>
            <a:ext cx="22576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2023-10-17T12:24:02Z</dcterms:created>
  <dcterms:modified xsi:type="dcterms:W3CDTF">2023-10-17T12:24:02Z</dcterms:modified>
</cp:coreProperties>
</file>